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PYTHON FULL STACK PROJECT • 2ND MILESTONE REVIEW</a:t>
            </a:r>
          </a:p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</a:defRPr>
            </a:pPr>
            <a:r>
              <a:t>CineWave: Movie Booking &amp; Cinema Management Hub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A full-stack, concurrency-safe cinema platform featuring custom auditorium seat layouts, dual payment workflows, dynamic pricing, and automated management.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Presented by: Python Full Stack Student  |  Tech Stack: Python (Flask) • SQLite • REST APIs • Razorpay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&amp; 2nd Review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Bridging the gap between static booking sites and enterprise-grade real-time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4899"/>
                </a:solidFill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Existing academic booking apps use static seat numbers without real hall geometry, lack concurrency-safe seat locking, and use dummy unverified checkout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2nd Review Goals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Deliver an end-to-end operational prototype: dynamic JSON seating maps, 8-minute distributed seat locks, dual payment gateway (Razorpay + Sandbox), and admin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4290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103120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Core Deliverables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Realistic multi-tier theater seat layouts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Double-booking prevention algorithm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Full payment lifecycle with signature checks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In-app wallet ledger &amp; admin recharges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Dynamic demand-based surge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Full-Stack System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Modular MVC design built on Python Flask and modern web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Frontend Layer  ➔  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Jinja2 Templates • HTML5 • Modern CSS3 • JavaScript (Fetch API polling for live seat updates &amp; dynamic totals) • QR Code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Application Layer  ➔  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Flask Framework (Python 3.x) • RESTful API Endpoints • Session Management • Werkzeug Security • Seating Geometry Engine (seat_layout.py)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Payment &amp; Services  ➔  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Razorpay Checkout API • Mock Gateway Sandbox • HMAC-SHA256 Signature Verification • TMDb Movie API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Database &amp; ORM Layer  ➔  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SQLite with SQLAlchemy ORM • Relational Integrity with Foreign Keys &amp; Unique Constraints • Auto-migration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Database Design &amp; Entity Relational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8 Normalized relational models ensuring complete data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Cinema &amp; Catalog Entities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User: id, username, email, password_hash, points, is_admin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Movie: id, title, description, duration, poster, language, certificate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Theater: id, name, location, city, address (1-to-many with Screens)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Screen: id, theater_id, name, screen_type, layout_json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Showtime: id, movie_id, screen_id, show_date, show_time, price_overrides_json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Transactional &amp; Locking Entities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SeatLock: id, showtime_id, user_id, token, seats, expires_at (8-min TTL)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Booking: id, reference, user_id, showtime_id, seats, total_amount, status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BookedSeat: id, showtime_id, seat_id, booking_id [UNIQUE(showtime_id, seat_id)]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Payment: id, booking_id, gateway, order_id, payment_id, signature, status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Wallet &amp; Ledger: Wallet, WalletTransaction, RechargeRequest (Audit history)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Innovation: Dynamic Theater Seating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Theater ➔ Screen ➔ JSON Layout architecture replicating authentic cinema auditoriums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366F1"/>
                </a:solidFill>
              </a:defRPr>
            </a:pPr>
            <a:r>
              <a:t>Geometry &amp; Layout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Multi-Class Tiering: Supports Recliner, Prime, Classic, Executive tiers per screen with distinct pricing.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Aisles &amp; Walkways: Configurable aisles_after positions to create realistic cinema gangways.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Physical Anomalies: Supports blocked non-existent architectural seats and offset for centered curved rows.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Seat Spans: Double-width couple/sofa seats (seat_span: 2).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Visual Admin Editor: Real-time interactive layout preview with JSON validator.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Real-World Benchmark (Visakhapatnam)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✔ 23 Theatres, 53 Screens, 15,149 Total Seats seeded on first boot.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✔ AAA Cinemas (Inorbit Mall): 8 Screens (1,552 seats), including Q-Luxon LED &amp; VIP screens.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✔ INOX Varun Beach: 6 Screens, featuring the 37-recliner INSIGNIA auditorium.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✔ Jagadamba 70MM: Iconic 886-seat single-screen auditorium layout.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✔ Mukta A2, Cinepolis, Sri Melody, Sangam Sarat &amp; more.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Concurrency Control &amp; Double-Booking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Four-layer defensive architecture guaranteeing zero race conditions under high traffic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Distributed 8-Minute SeatLock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Upon seat selection, a SeatLock record with an 8-minute TTL and unique cryptographic token is created. Other users see these seats live as 'Being Booked' via 10-second polling.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90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2. Database-Level Unique Constraint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Confirmed seats write to BookedSeat with UNIQUE(showtime_id, seat_id). If two transactions conflict, the database rejects the duplicate at the atomic storage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33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C4899"/>
                </a:solidFill>
              </a:defRPr>
            </a:pPr>
            <a:r>
              <a:t>3. Atomic Transaction Rollback &amp; Auto-Refund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If a seat insert fails during gateway callback, the transaction rolls back, marks status as FAILED, and instantly refunds wallet/charges without selling the same seat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76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Auto-Purge &amp; Lock Expiry Garbage Collection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Expired pending holds are automatically purged via purge_expired_holds(), ensuring abandoned browser tabs release seats back into the available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 Dynamic Pricing &amp; Loyalty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Automated revenue management algorithm adapting to real-time seat occupancy and showtime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t>High Demand Surge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When screen occupancy reaches &gt;= 60%: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Factor: +15% surge price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Badge: High Demand Surge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Optimizes theater box office revenue during peak blockbusters.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Early Bird Discount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When users book &gt;= 2 days in advance: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Factor: -10% discount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Badge: Early Bird Deal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Incentivizes advance bookings and predictable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290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92024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Flash Last-Minute Deal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On show day with &lt; 30% occupancy: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Factor: -20% discount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Badge: Last-Minute Flash Deal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Drives last-minute ticket liquidations for underperforming shows.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Loyalty Points &amp; Snacks Add-On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Users earn points on registration &amp; bookings; can redeem points directly at checkout (1 pt = ₹1 discount).</a:t>
            </a:r>
            <a:br/>
            <a:r>
              <a:t>• In-checkout F&amp;B snack bundling (Popcorn, Nachos, Beverages) integrated into the unified checkout invoice.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Payment Gateway Integration &amp; Wallet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Production-ready Razorpay checkout, sandbox fallback, and in-app credit wallet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Dual Payment Gateway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Razorpay Mode: Automated switchover when API keys exist. Supports UPI, Cards, Netbanking via Razorpay modal.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HMAC-SHA256 Verification: Server validates sha256(order_id + '|' + payment_id, secret). Stops forged client callbacks.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Sandbox Simulator Mode: Complete demo mode with simulated success/failure testing, requiring zero third-party accounts.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Transparent Invoicing: Base Ticket + ₹20/seat Convenience Fee + 18% GST on fee = Grand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CineWave Digital Wallet &amp; Ledger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₹500 Welcome Credit: Every registered user automatically receives ₹500 starting wallet balance.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One-Click Checkout: Instant debits without third-party redirection when wallet balance covers the total.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Double-Entry Audit Ledger: Tracks all transactions (RECHARGE, PAYMENT, REFUND) with timestamps and references.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Admin Recharge Approval: Users request wallet recharges; administrators review and approve/reject requests with live credit.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User Experience &amp;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Seamless 6-step journey from discovery to instant verifiable digital admission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1. Discovery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Browse Now Showing &amp; Upcoming films with TMDb posters, ratings &amp; trailers.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2. Showtime Selection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Choose preferred Vizag theater, screen format (2D/3D/IMAX), and show timings.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2900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3. Seat Map Selection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Select interactive seats across tiers with live price updates and 8-min lock timer.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2900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4. Checkout &amp; Add-ons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Add snacks, apply loyalty points, split bills, and review GST invoice.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023360"/>
            <a:ext cx="342900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206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5. Payment Execution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Pay via CineWave Wallet or Razorpay/Sandbox (UPI, Card, Netbanking).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023360"/>
            <a:ext cx="342900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206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6. E-Ticket &amp; QR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Instant booking confirmation with booking reference and scannable QR pass.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Comprehensive Admin &amp; Cinema Management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Dedicated portal for theater operations, catalog management, and financial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Screen &amp; Layout Builder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Add new theaters and auditoriums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Interactive seat layout designer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Custom row counts, aisles, spans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Seed/Reseed all Vizag venues with 1 click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Showtime &amp; Pricing Control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Schedule movies to screens &amp; dates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Set custom price overrides per class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Automated dynamic surge adjustments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Import metadata directly via TMDb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C4899"/>
                </a:solidFill>
              </a:defRPr>
            </a:pPr>
            <a:r>
              <a:t>Finance &amp; Booking Audits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Approve/reject user wallet recharges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Real-time booking ledger with status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Seat lock monitor &amp; hold management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Refund and transaction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Testing, Verification &amp;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Robust automated verification suite ensuring bulletproof system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13 Automated End-to-End Tests (test_flow.py)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1. Seeding of theaters &amp; screens verified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2. Multi-class pricing &amp; layout geometry parsed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3. User authentication &amp; session management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4. 8-minute seat lock creation &amp; token check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5. Concurrency: 2nd user blocked from locked seats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6. Wallet deduction &amp; instant ticket generation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7. Double-booking rejection on confirmed seats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8. Gateway order creation &amp; HMAC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9. Failed payment handling &amp; automatic lock purge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Application Security Mechanisms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🛡 Password Hashing: Werkzeug salted PBKDF2 hashing; zero plain-text storage.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🛡 Role-Based Access Control: Decorators protect Admin dashboards and API endpoints.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🛡 Cryptographic Signatures: HMAC-SHA256 signature validation on payment callbacks.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🛡 ORM SQL Injection Guard: SQLAlchemy parameterized queries eliminate SQL injection vulnerabilities.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🛡 Tokenized Seat Holds: Cryptographic session tokens prevent unauthorized hold modifications.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Milestones Achieved &amp; Roadmap to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Review 2 progress assessment and planned final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Completed in Review 2 (Current Status)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100% Full-Stack MVP Operational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Dynamic JSON Seat Layout Engine for all Vizag halls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Distributed 8-Minute SeatLock concurrency system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Dual Payment Gateway (Razorpay &amp; Sandbox)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In-app Wallet Ledger with Admin Recharge Workflow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Dynamic Surge &amp; Early-Bird Pricing logic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QR Code-enabled digital ticket generation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TMDb Movie Catalog Import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366F1"/>
                </a:solidFill>
              </a:defRPr>
            </a:pPr>
            <a:r>
              <a:t>Planned for Final Review (Final Stage)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➔ Automated Email &amp; SMS Ticket Dispatch (Twilio / SendGrid)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➔ Pre-Showtime Cancellation &amp; Partial Wallet Refund policy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➔ Screen-by-Screen Occupancy Analytics &amp; Revenue Visualizer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➔ Discount Coupon / Voucher Code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➔ PostgreSQL / MySQL Production deployment on Cloud (AWS/Render)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➔ Docker containerization &amp; CI/CD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CINEWAVE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Technical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Demonstrating full-stack proficiency, distributed thinking, and scalable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Full Stack Mastery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Seamlessly interconnected Python backend (Flask/SQLAlchemy) with interactive responsive frontend interfaces, RESTful APIs, and external webhooks.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90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Concurrency Engineering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Solved high-concurrency race conditions using database unique constraints, time-to-live leases, and atomic rollbacks.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33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Commercial-Grade Features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Engineered real-world financial checkout workflows, cryptographic payment verification, dynamic surge pricing, and administrative auditing.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7608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C4899"/>
                </a:solidFill>
              </a:defRPr>
            </a:pPr>
            <a:r>
              <a:t>Production Readiness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Adhered to secure coding practices (password hashing, signature checking, parameterized queries) backed by end-to-end automated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6B6D4"/>
                </a:solidFill>
              </a:defRPr>
            </a:pPr>
            <a:r>
              <a:t>CINEWAVE CINEMA MANAGEMENT &amp; BOOKING HUB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1600">
                <a:solidFill>
                  <a:srgbClr val="6366F1"/>
                </a:solidFill>
              </a:defRPr>
            </a:pPr>
            <a:r>
              <a:t>Questions &amp; Technical Discussion  |  Ready for Live Demonstration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Demo Highlights: Real Seating Grid • 8-Min Seat Lock • Wallet / Gateway Payment • Instant E-Ticket QR • Admin Layout Editor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